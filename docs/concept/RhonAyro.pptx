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78496" autoAdjust="0"/>
  </p:normalViewPr>
  <p:slideViewPr>
    <p:cSldViewPr snapToGrid="0">
      <p:cViewPr varScale="1">
        <p:scale>
          <a:sx n="86" d="100"/>
          <a:sy n="86" d="100"/>
        </p:scale>
        <p:origin x="1386" y="-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EEE5D-95F1-49BD-B788-1D3B501E6700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61BD7-519C-4502-978A-4AC9E83FD13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284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Veranstalter-, Sponsorenlogos: Verwendung auf Start-, Ranglisten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61BD7-519C-4502-978A-4AC9E83FD133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046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Verwendung für offizielle Wettkämpfe: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Keine Betreuerinnen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Gerade Levels:  Basic, Level 1, Level 2, Level 3, Level 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Mehrere Wettkampfbahnen (z. B. 2x Geradeturnen, 2x Sprung)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61BD7-519C-4502-978A-4AC9E83FD133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4743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Beim erstellen der Startliste darauf achten, dass nicht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61BD7-519C-4502-978A-4AC9E83FD133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7743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Erste Sortierung: Endwert</a:t>
            </a:r>
            <a:br>
              <a:rPr lang="de-CH" dirty="0"/>
            </a:br>
            <a:r>
              <a:rPr lang="de-CH" dirty="0"/>
              <a:t>Zweite Sortierung: Schwierigkeit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61BD7-519C-4502-978A-4AC9E83FD133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6392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4238A-0215-4FB0-8248-1CC5D64D8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91024B-86D9-48D3-806B-86576259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98C837-8CED-489A-84E9-FFB11DDCC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A4B6F8-F483-4A1E-8A43-9B063C42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D5635A-143F-432F-B3C4-CC0050A1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31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4849FB-3A3C-4D9D-946A-562CB65B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C56936-9C9C-4E96-A7F9-7A8AF91A2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30B9F3-62E2-44B0-8F77-ED3F2F2F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fld id="{86F3BA11-E6C9-44C9-A7A6-63A8F8A55B78}" type="datetimeFigureOut">
              <a:rPr lang="de-CH" smtClean="0"/>
              <a:pPr/>
              <a:t>22.02.2021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78B4DF-C805-4474-B0E4-5DAE0C2C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838245-4E57-4E38-AAF2-E5BBD919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Rounded MT Bold" panose="020F0704030504030204" pitchFamily="34" charset="0"/>
              </a:defRPr>
            </a:lvl1pPr>
          </a:lstStyle>
          <a:p>
            <a:fld id="{EDDD7989-EC72-4061-B9E0-46A28E46CA3D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3781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4C678-7E31-4F3E-9A1B-41C72669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312829-4A3C-4EA2-909C-C9371EA9B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E90094-A75F-4566-9171-85FD0DF2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4A7D66-CC94-48A1-BDC4-DFE4D144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F2ABAE-0A80-47E7-A36C-45A47EA1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624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C5BC3-59E4-44B3-A191-4DC08219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480314-82B7-4BB9-BA0E-04E6E260B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872D18-0407-4B33-8204-048AB450E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297BF5-699A-478D-8F16-0B4641D2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1C3A22-5F60-4D73-B64C-02256223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5740C7-1A5A-479D-875F-4315B7F8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8135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6FAE7-525C-4FA7-A213-941B7316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F4D823-B218-4EE9-B039-08E02DD40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F3C47D-207A-438D-A0B4-2D81E7036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1EAFDE-D4AC-41B9-AD1E-E23956898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DAB274-AB00-4BEF-967A-C99692AB3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0B45A7-9F2E-436A-A6C9-DFD3D735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00CF7B-16A8-454B-9CEF-99F55700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377736-F76A-4D58-89C0-48029EEA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077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CA5828-A2D1-47C6-9BC2-8272B62F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F7D5AD5-894E-4FDC-9EF7-46FEA1B5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B78617-CBA8-4EDC-8F67-2AF083A1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B01047-999A-42AC-9C0D-2F7EFB0B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830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101583-9A42-4506-8E01-955A02CA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46E396-3D6E-4E7B-9DAB-29931238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D9AD5B-BB72-4347-90B4-23C9CD22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749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47F21-5A47-4A09-A4FF-36694EF6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3DF5DA-DD07-46E3-9062-A8367D8A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4D2AFC-25C2-47DA-BCB5-EF34B2EE1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7CE8B6-252A-43EB-BD09-FE3447D4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44FD8A-2E97-4BFE-8D81-04EEB1B3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D527F4-98AB-4D1B-8976-FF5EC408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333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F8680-2625-4255-8E9A-26B81507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6BBD42-2099-4EC2-B275-BCA234F61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9BE27F-DFF5-45AD-B317-16CA82E25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22772C-534E-443A-9DF7-C23EDB7C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F99473-6452-4E19-A38E-FFAF4AF0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6BA263-3157-49F5-AD41-1F57D279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527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C4A5A-4E6C-4EB6-8A65-22855360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6116F3-CCA7-4DF0-86DE-7A236BD32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44E27C-E67F-46B3-89D9-9BE6753A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EFEDB4-FA53-4FFE-842F-7553475A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015FA5-C270-4DE6-8843-E62EF8BC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244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9B635BD-5445-4BB2-8568-25F7BD2AA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B1BEAB-54BF-4862-B108-A30F37C26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9DAD96-C555-4E43-9969-34BDFCC8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61F7A1-E7A5-4878-A6C3-8CEBB5FE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D26600-0492-4FED-9092-497DA65F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968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E96CD55-CC46-430C-B9BB-E894A337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6BCB7A-1281-4E80-B39A-B3C4E4EB3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AA9CB1-83D3-45AA-A39C-14F354004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BA11-E6C9-44C9-A7A6-63A8F8A55B78}" type="datetimeFigureOut">
              <a:rPr lang="de-CH" smtClean="0"/>
              <a:t>22.02.2021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987E63-F183-46D7-97AA-D109511F3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384B21-C7C6-4209-B5CC-72BCD3B88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D7989-EC72-4061-B9E0-46A28E46CA3D}" type="slidenum">
              <a:rPr lang="de-CH" smtClean="0"/>
              <a:t>‹Nr.›</a:t>
            </a:fld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AD14086-B06E-4342-BFB3-F37A958F5A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846" y="527818"/>
            <a:ext cx="1539954" cy="10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6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Rounded MT Bold" panose="020F07040305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Rounded MT Bold" panose="020F07040305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Rounded MT Bold" panose="020F07040305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Rounded MT Bold" panose="020F07040305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Rounded MT Bold" panose="020F07040305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A887D71-BA3C-464A-859A-9031E7404E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>
                <a:latin typeface="Arial Rounded MT Bold" panose="020F0704030504030204" pitchFamily="34" charset="0"/>
              </a:rPr>
              <a:t>RhonAyro</a:t>
            </a:r>
            <a:endParaRPr lang="de-CH" dirty="0">
              <a:latin typeface="Arial Rounded MT Bold" panose="020F0704030504030204" pitchFamily="34" charset="0"/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B2E7814-76A7-4D3E-A3AA-E921E8696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063" y="2364340"/>
            <a:ext cx="2901282" cy="2876342"/>
          </a:xfrm>
          <a:prstGeom prst="rect">
            <a:avLst/>
          </a:prstGeom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D0256A60-AE95-48C4-9E30-B6FA132E0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04781">
            <a:off x="8090924" y="2364340"/>
            <a:ext cx="2901282" cy="2876342"/>
          </a:xfrm>
          <a:prstGeom prst="rect">
            <a:avLst/>
          </a:prstGeom>
        </p:spPr>
      </p:pic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B2858AB8-C367-470E-8BEA-910325F76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69357">
            <a:off x="7242785" y="2364340"/>
            <a:ext cx="2901282" cy="2876342"/>
          </a:xfrm>
          <a:prstGeom prst="rect">
            <a:avLst/>
          </a:prstGeom>
        </p:spPr>
      </p:pic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49B9FF6C-06E2-4AEC-8C4F-706C7D410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48851">
            <a:off x="6394646" y="2364340"/>
            <a:ext cx="2901282" cy="2876342"/>
          </a:xfrm>
          <a:prstGeom prst="rect">
            <a:avLst/>
          </a:prstGeom>
        </p:spPr>
      </p:pic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CA1EBF47-E28D-4277-98F2-B7AF619CC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90598">
            <a:off x="5189642" y="2364340"/>
            <a:ext cx="2901282" cy="2876342"/>
          </a:xfrm>
          <a:prstGeom prst="rect">
            <a:avLst/>
          </a:prstGeom>
        </p:spPr>
      </p:pic>
      <p:pic>
        <p:nvPicPr>
          <p:cNvPr id="10" name="Inhaltsplatzhalter 4">
            <a:extLst>
              <a:ext uri="{FF2B5EF4-FFF2-40B4-BE49-F238E27FC236}">
                <a16:creationId xmlns:a16="http://schemas.microsoft.com/office/drawing/2014/main" id="{7DA05EB9-20FD-4141-A64E-56269F055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43699">
            <a:off x="4183421" y="2364340"/>
            <a:ext cx="2901282" cy="2876342"/>
          </a:xfrm>
          <a:prstGeom prst="rect">
            <a:avLst/>
          </a:prstGeom>
        </p:spPr>
      </p:pic>
      <p:pic>
        <p:nvPicPr>
          <p:cNvPr id="11" name="Inhaltsplatzhalter 4">
            <a:extLst>
              <a:ext uri="{FF2B5EF4-FFF2-40B4-BE49-F238E27FC236}">
                <a16:creationId xmlns:a16="http://schemas.microsoft.com/office/drawing/2014/main" id="{87973FE4-1E3C-43BC-84A2-DF26884FD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74546">
            <a:off x="3069295" y="2364340"/>
            <a:ext cx="2901282" cy="2876342"/>
          </a:xfrm>
          <a:prstGeom prst="rect">
            <a:avLst/>
          </a:prstGeom>
        </p:spPr>
      </p:pic>
      <p:pic>
        <p:nvPicPr>
          <p:cNvPr id="12" name="Inhaltsplatzhalter 4">
            <a:extLst>
              <a:ext uri="{FF2B5EF4-FFF2-40B4-BE49-F238E27FC236}">
                <a16:creationId xmlns:a16="http://schemas.microsoft.com/office/drawing/2014/main" id="{35A29FA9-23A8-4BC2-88C4-96F1FB391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928011">
            <a:off x="1731297" y="2364340"/>
            <a:ext cx="2901282" cy="2876342"/>
          </a:xfrm>
          <a:prstGeom prst="rect">
            <a:avLst/>
          </a:prstGeom>
        </p:spPr>
      </p:pic>
      <p:pic>
        <p:nvPicPr>
          <p:cNvPr id="13" name="Inhaltsplatzhalter 4">
            <a:extLst>
              <a:ext uri="{FF2B5EF4-FFF2-40B4-BE49-F238E27FC236}">
                <a16:creationId xmlns:a16="http://schemas.microsoft.com/office/drawing/2014/main" id="{D9C12789-9290-4127-B2AD-896073274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33380">
            <a:off x="949655" y="2336973"/>
            <a:ext cx="2901282" cy="2876342"/>
          </a:xfrm>
          <a:prstGeom prst="rect">
            <a:avLst/>
          </a:prstGeom>
        </p:spPr>
      </p:pic>
      <p:pic>
        <p:nvPicPr>
          <p:cNvPr id="14" name="Inhaltsplatzhalter 4">
            <a:extLst>
              <a:ext uri="{FF2B5EF4-FFF2-40B4-BE49-F238E27FC236}">
                <a16:creationId xmlns:a16="http://schemas.microsoft.com/office/drawing/2014/main" id="{CDEA3B0B-AE8D-410C-8897-4860F88D2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00700">
            <a:off x="533982" y="2364340"/>
            <a:ext cx="2901282" cy="2876342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5B4C22A-8375-434A-96A5-432A360B0BAA}"/>
              </a:ext>
            </a:extLst>
          </p:cNvPr>
          <p:cNvSpPr txBox="1"/>
          <p:nvPr/>
        </p:nvSpPr>
        <p:spPr>
          <a:xfrm>
            <a:off x="3651778" y="3224931"/>
            <a:ext cx="8256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5400" dirty="0">
                <a:latin typeface="Arial Rounded MT Bold" panose="020F0704030504030204" pitchFamily="34" charset="0"/>
              </a:rPr>
              <a:t>Wettkampfmanagement</a:t>
            </a:r>
            <a:endParaRPr lang="de-CH" dirty="0">
              <a:latin typeface="Arial Rounded MT Bold" panose="020F0704030504030204" pitchFamily="34" charset="0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C723AAA-B4FC-4EF0-8768-00D7E965F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624" y="2647494"/>
            <a:ext cx="5473723" cy="355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0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6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8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3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hlinkClick r:id="rId2" action="ppaction://hlinksldjump"/>
            <a:extLst>
              <a:ext uri="{FF2B5EF4-FFF2-40B4-BE49-F238E27FC236}">
                <a16:creationId xmlns:a16="http://schemas.microsoft.com/office/drawing/2014/main" id="{B2A7D6F6-445D-4117-8157-329D1BB37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22" y="2541547"/>
            <a:ext cx="895148" cy="887453"/>
          </a:xfrm>
          <a:prstGeom prst="rect">
            <a:avLst/>
          </a:prstGeom>
        </p:spPr>
      </p:pic>
      <p:sp>
        <p:nvSpPr>
          <p:cNvPr id="23" name="Textfeld 22">
            <a:hlinkClick r:id="rId2" action="ppaction://hlinksldjump"/>
            <a:extLst>
              <a:ext uri="{FF2B5EF4-FFF2-40B4-BE49-F238E27FC236}">
                <a16:creationId xmlns:a16="http://schemas.microsoft.com/office/drawing/2014/main" id="{F2952EC6-C8CF-402D-A86E-97CD09F6A23F}"/>
              </a:ext>
            </a:extLst>
          </p:cNvPr>
          <p:cNvSpPr txBox="1"/>
          <p:nvPr/>
        </p:nvSpPr>
        <p:spPr>
          <a:xfrm>
            <a:off x="3678381" y="2631330"/>
            <a:ext cx="3917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dirty="0"/>
              <a:t>Vorbereitung</a:t>
            </a:r>
          </a:p>
        </p:txBody>
      </p:sp>
      <p:pic>
        <p:nvPicPr>
          <p:cNvPr id="24" name="Grafik 23">
            <a:hlinkClick r:id="rId4" action="ppaction://hlinksldjump"/>
            <a:extLst>
              <a:ext uri="{FF2B5EF4-FFF2-40B4-BE49-F238E27FC236}">
                <a16:creationId xmlns:a16="http://schemas.microsoft.com/office/drawing/2014/main" id="{4F491BE8-CD58-4620-8398-71E3F9D92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22" y="3674156"/>
            <a:ext cx="895148" cy="887453"/>
          </a:xfrm>
          <a:prstGeom prst="rect">
            <a:avLst/>
          </a:prstGeom>
        </p:spPr>
      </p:pic>
      <p:sp>
        <p:nvSpPr>
          <p:cNvPr id="25" name="Textfeld 24">
            <a:hlinkClick r:id="rId4" action="ppaction://hlinksldjump"/>
            <a:extLst>
              <a:ext uri="{FF2B5EF4-FFF2-40B4-BE49-F238E27FC236}">
                <a16:creationId xmlns:a16="http://schemas.microsoft.com/office/drawing/2014/main" id="{9DD240D7-B7B3-4D52-B509-7267D50F5C27}"/>
              </a:ext>
            </a:extLst>
          </p:cNvPr>
          <p:cNvSpPr txBox="1"/>
          <p:nvPr/>
        </p:nvSpPr>
        <p:spPr>
          <a:xfrm>
            <a:off x="3678381" y="3763939"/>
            <a:ext cx="3917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dirty="0"/>
              <a:t>Wettkampf</a:t>
            </a:r>
          </a:p>
        </p:txBody>
      </p:sp>
      <p:sp>
        <p:nvSpPr>
          <p:cNvPr id="29" name="Titel 28">
            <a:extLst>
              <a:ext uri="{FF2B5EF4-FFF2-40B4-BE49-F238E27FC236}">
                <a16:creationId xmlns:a16="http://schemas.microsoft.com/office/drawing/2014/main" id="{A0DF6405-F901-4DF7-809A-C89A3E8A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0" name="Grafik 29">
            <a:hlinkClick r:id="rId5" action="ppaction://hlinksldjump"/>
            <a:extLst>
              <a:ext uri="{FF2B5EF4-FFF2-40B4-BE49-F238E27FC236}">
                <a16:creationId xmlns:a16="http://schemas.microsoft.com/office/drawing/2014/main" id="{D4F859AF-AB59-43BA-9113-68DEEBCDC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22" y="4896549"/>
            <a:ext cx="895148" cy="887453"/>
          </a:xfrm>
          <a:prstGeom prst="rect">
            <a:avLst/>
          </a:prstGeom>
        </p:spPr>
      </p:pic>
      <p:sp>
        <p:nvSpPr>
          <p:cNvPr id="31" name="Textfeld 30">
            <a:hlinkClick r:id="rId5" action="ppaction://hlinksldjump"/>
            <a:extLst>
              <a:ext uri="{FF2B5EF4-FFF2-40B4-BE49-F238E27FC236}">
                <a16:creationId xmlns:a16="http://schemas.microsoft.com/office/drawing/2014/main" id="{D032C68F-AB30-4404-A64E-55EF77BC6F80}"/>
              </a:ext>
            </a:extLst>
          </p:cNvPr>
          <p:cNvSpPr txBox="1"/>
          <p:nvPr/>
        </p:nvSpPr>
        <p:spPr>
          <a:xfrm>
            <a:off x="3678381" y="4986332"/>
            <a:ext cx="3917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4000"/>
            </a:lvl1pPr>
          </a:lstStyle>
          <a:p>
            <a:r>
              <a:rPr lang="de-CH" dirty="0"/>
              <a:t>Ranglisten</a:t>
            </a:r>
          </a:p>
        </p:txBody>
      </p:sp>
    </p:spTree>
    <p:extLst>
      <p:ext uri="{BB962C8B-B14F-4D97-AF65-F5344CB8AC3E}">
        <p14:creationId xmlns:p14="http://schemas.microsoft.com/office/powerpoint/2010/main" val="150672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3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Vorbereitung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60E09DC-0FCA-4DEC-9564-DCCB316C76A0}"/>
              </a:ext>
            </a:extLst>
          </p:cNvPr>
          <p:cNvSpPr txBox="1"/>
          <p:nvPr/>
        </p:nvSpPr>
        <p:spPr>
          <a:xfrm>
            <a:off x="1046730" y="4571643"/>
            <a:ext cx="315752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Vereinsdaten importieren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AE6816-785F-4DC7-9416-D15D7204B2BA}"/>
              </a:ext>
            </a:extLst>
          </p:cNvPr>
          <p:cNvSpPr txBox="1"/>
          <p:nvPr/>
        </p:nvSpPr>
        <p:spPr>
          <a:xfrm>
            <a:off x="1046730" y="2040821"/>
            <a:ext cx="455279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Wettkampfdatum / Startzeit Auswählen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137E357-38C9-45F3-A34F-41B24D790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39" y="2498656"/>
            <a:ext cx="1902345" cy="1860688"/>
          </a:xfrm>
          <a:prstGeom prst="rect">
            <a:avLst/>
          </a:prstGeom>
        </p:spPr>
      </p:pic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030C1D0-2A13-4743-9A9B-4A2B84835997}"/>
              </a:ext>
            </a:extLst>
          </p:cNvPr>
          <p:cNvSpPr/>
          <p:nvPr/>
        </p:nvSpPr>
        <p:spPr>
          <a:xfrm>
            <a:off x="1046730" y="5153274"/>
            <a:ext cx="2733261" cy="566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Datei auswählen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EDE11E0-CFF4-47DA-981E-3C1A29562F47}"/>
              </a:ext>
            </a:extLst>
          </p:cNvPr>
          <p:cNvSpPr txBox="1"/>
          <p:nvPr/>
        </p:nvSpPr>
        <p:spPr>
          <a:xfrm>
            <a:off x="5254490" y="4571644"/>
            <a:ext cx="367269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Sponsorenlogos importieren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E2D9748-90C7-473D-8DFE-E28CC7D2AE1D}"/>
              </a:ext>
            </a:extLst>
          </p:cNvPr>
          <p:cNvSpPr/>
          <p:nvPr/>
        </p:nvSpPr>
        <p:spPr>
          <a:xfrm>
            <a:off x="5254490" y="5153275"/>
            <a:ext cx="2733261" cy="566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Datei auswählen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7FBAF77-B41D-407D-AA05-784E2746EB2A}"/>
              </a:ext>
            </a:extLst>
          </p:cNvPr>
          <p:cNvSpPr txBox="1"/>
          <p:nvPr/>
        </p:nvSpPr>
        <p:spPr>
          <a:xfrm>
            <a:off x="5254490" y="3030322"/>
            <a:ext cx="367269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Veranstalterlogo importieren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7D29541-9DDB-49AA-80C0-06F96AF73F91}"/>
              </a:ext>
            </a:extLst>
          </p:cNvPr>
          <p:cNvSpPr/>
          <p:nvPr/>
        </p:nvSpPr>
        <p:spPr>
          <a:xfrm>
            <a:off x="5254490" y="3611953"/>
            <a:ext cx="2733261" cy="566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Datei auswählen</a:t>
            </a:r>
          </a:p>
        </p:txBody>
      </p:sp>
    </p:spTree>
    <p:extLst>
      <p:ext uri="{BB962C8B-B14F-4D97-AF65-F5344CB8AC3E}">
        <p14:creationId xmlns:p14="http://schemas.microsoft.com/office/powerpoint/2010/main" val="4862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3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Vorbereitung</a:t>
            </a:r>
          </a:p>
          <a:p>
            <a:r>
              <a:rPr lang="de-CH" sz="2400" dirty="0"/>
              <a:t>Startliste erstellen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549FE8B-71E4-4995-9638-D5BEF47BF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3301356"/>
            <a:ext cx="2628900" cy="22193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60E09DC-0FCA-4DEC-9564-DCCB316C76A0}"/>
              </a:ext>
            </a:extLst>
          </p:cNvPr>
          <p:cNvSpPr txBox="1"/>
          <p:nvPr/>
        </p:nvSpPr>
        <p:spPr>
          <a:xfrm>
            <a:off x="1006976" y="2744541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 Turnerin auswählen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D7C20FE-63DC-43EB-A6BB-B0FB896B1568}"/>
              </a:ext>
            </a:extLst>
          </p:cNvPr>
          <p:cNvSpPr txBox="1"/>
          <p:nvPr/>
        </p:nvSpPr>
        <p:spPr>
          <a:xfrm>
            <a:off x="4207376" y="2744541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3 Radgrösse erfassen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303D68A-6BB0-45D2-8D4A-228AF1B1FB27}"/>
              </a:ext>
            </a:extLst>
          </p:cNvPr>
          <p:cNvSpPr/>
          <p:nvPr/>
        </p:nvSpPr>
        <p:spPr>
          <a:xfrm>
            <a:off x="4409440" y="3301356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205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4508195-1D70-4D0B-8A96-BBB98EEDBBF3}"/>
              </a:ext>
            </a:extLst>
          </p:cNvPr>
          <p:cNvSpPr/>
          <p:nvPr/>
        </p:nvSpPr>
        <p:spPr>
          <a:xfrm>
            <a:off x="1123950" y="4011367"/>
            <a:ext cx="2628900" cy="18288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A79AC48-5FCE-49D8-AF9A-448361D73D38}"/>
              </a:ext>
            </a:extLst>
          </p:cNvPr>
          <p:cNvSpPr txBox="1"/>
          <p:nvPr/>
        </p:nvSpPr>
        <p:spPr>
          <a:xfrm>
            <a:off x="7179175" y="2744541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4 Betreuerin auswählen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0655CDB-D53A-43AC-971C-3F4FA1975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175" y="3242370"/>
            <a:ext cx="1942627" cy="223402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18C0EB3-1C40-41FF-B0CC-5A429182EC8F}"/>
              </a:ext>
            </a:extLst>
          </p:cNvPr>
          <p:cNvSpPr/>
          <p:nvPr/>
        </p:nvSpPr>
        <p:spPr>
          <a:xfrm>
            <a:off x="7544629" y="4228137"/>
            <a:ext cx="1331014" cy="272455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AE6816-785F-4DC7-9416-D15D7204B2BA}"/>
              </a:ext>
            </a:extLst>
          </p:cNvPr>
          <p:cNvSpPr txBox="1"/>
          <p:nvPr/>
        </p:nvSpPr>
        <p:spPr>
          <a:xfrm>
            <a:off x="1006976" y="219317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1 Disziplin wählen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A964139-AA15-4FFA-B892-A848F8AC7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501" y="2133348"/>
            <a:ext cx="4705350" cy="52387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99ACFDE9-1358-48AF-9B30-C5DB21E7B367}"/>
              </a:ext>
            </a:extLst>
          </p:cNvPr>
          <p:cNvSpPr/>
          <p:nvPr/>
        </p:nvSpPr>
        <p:spPr>
          <a:xfrm>
            <a:off x="5208105" y="2220666"/>
            <a:ext cx="778565" cy="341842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16C14EB-F657-40FF-B032-1FE0B1250E4A}"/>
              </a:ext>
            </a:extLst>
          </p:cNvPr>
          <p:cNvSpPr txBox="1"/>
          <p:nvPr/>
        </p:nvSpPr>
        <p:spPr>
          <a:xfrm>
            <a:off x="1006976" y="5999232"/>
            <a:ext cx="32004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Nächste Turnerin wählen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6915055-DA10-4AFC-A9C9-07AE93CFE336}"/>
              </a:ext>
            </a:extLst>
          </p:cNvPr>
          <p:cNvSpPr txBox="1"/>
          <p:nvPr/>
        </p:nvSpPr>
        <p:spPr>
          <a:xfrm>
            <a:off x="4419380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Ende der Liste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sp>
        <p:nvSpPr>
          <p:cNvPr id="22" name="Textfeld 21">
            <a:hlinkClick r:id="rId7" action="ppaction://hlinksldjump"/>
            <a:extLst>
              <a:ext uri="{FF2B5EF4-FFF2-40B4-BE49-F238E27FC236}">
                <a16:creationId xmlns:a16="http://schemas.microsoft.com/office/drawing/2014/main" id="{699550F3-0DF5-4E96-BC58-B3CA534302E1}"/>
              </a:ext>
            </a:extLst>
          </p:cNvPr>
          <p:cNvSpPr txBox="1"/>
          <p:nvPr/>
        </p:nvSpPr>
        <p:spPr>
          <a:xfrm>
            <a:off x="7674002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Liste Anzeigen</a:t>
            </a:r>
          </a:p>
        </p:txBody>
      </p:sp>
    </p:spTree>
    <p:extLst>
      <p:ext uri="{BB962C8B-B14F-4D97-AF65-F5344CB8AC3E}">
        <p14:creationId xmlns:p14="http://schemas.microsoft.com/office/powerpoint/2010/main" val="116110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3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Startliste Sprung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sp>
        <p:nvSpPr>
          <p:cNvPr id="22" name="Textfeld 21">
            <a:hlinkClick r:id="rId3" action="ppaction://hlinksldjump"/>
            <a:extLst>
              <a:ext uri="{FF2B5EF4-FFF2-40B4-BE49-F238E27FC236}">
                <a16:creationId xmlns:a16="http://schemas.microsoft.com/office/drawing/2014/main" id="{699550F3-0DF5-4E96-BC58-B3CA534302E1}"/>
              </a:ext>
            </a:extLst>
          </p:cNvPr>
          <p:cNvSpPr txBox="1"/>
          <p:nvPr/>
        </p:nvSpPr>
        <p:spPr>
          <a:xfrm>
            <a:off x="7674002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Liste Drucken (</a:t>
            </a:r>
            <a:r>
              <a:rPr lang="de-CH" dirty="0" err="1"/>
              <a:t>pdf</a:t>
            </a:r>
            <a:r>
              <a:rPr lang="de-CH" dirty="0"/>
              <a:t>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969911B-E00A-461B-A2CC-442D97FB9A23}"/>
              </a:ext>
            </a:extLst>
          </p:cNvPr>
          <p:cNvSpPr txBox="1"/>
          <p:nvPr/>
        </p:nvSpPr>
        <p:spPr>
          <a:xfrm>
            <a:off x="1006976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Startreihenfolge ändern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652F392-1698-4333-8006-92596589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76" y="1510747"/>
            <a:ext cx="3349049" cy="432352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A481A5-DD23-400B-8EBC-EF05AAEE9188}"/>
              </a:ext>
            </a:extLst>
          </p:cNvPr>
          <p:cNvSpPr txBox="1"/>
          <p:nvPr/>
        </p:nvSpPr>
        <p:spPr>
          <a:xfrm>
            <a:off x="3995503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Betreuerin ändern</a:t>
            </a:r>
          </a:p>
        </p:txBody>
      </p:sp>
    </p:spTree>
    <p:extLst>
      <p:ext uri="{BB962C8B-B14F-4D97-AF65-F5344CB8AC3E}">
        <p14:creationId xmlns:p14="http://schemas.microsoft.com/office/powerpoint/2010/main" val="33600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2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Startliste Sprung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sp>
        <p:nvSpPr>
          <p:cNvPr id="22" name="Textfeld 21">
            <a:hlinkClick r:id="rId3" action="ppaction://hlinksldjump"/>
            <a:extLst>
              <a:ext uri="{FF2B5EF4-FFF2-40B4-BE49-F238E27FC236}">
                <a16:creationId xmlns:a16="http://schemas.microsoft.com/office/drawing/2014/main" id="{699550F3-0DF5-4E96-BC58-B3CA534302E1}"/>
              </a:ext>
            </a:extLst>
          </p:cNvPr>
          <p:cNvSpPr txBox="1"/>
          <p:nvPr/>
        </p:nvSpPr>
        <p:spPr>
          <a:xfrm>
            <a:off x="8289426" y="5999108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Neue Liste Anzeigen</a:t>
            </a:r>
          </a:p>
        </p:txBody>
      </p:sp>
      <p:sp>
        <p:nvSpPr>
          <p:cNvPr id="23" name="Textfeld 22">
            <a:hlinkClick r:id="rId3" action="ppaction://hlinksldjump"/>
            <a:extLst>
              <a:ext uri="{FF2B5EF4-FFF2-40B4-BE49-F238E27FC236}">
                <a16:creationId xmlns:a16="http://schemas.microsoft.com/office/drawing/2014/main" id="{5969911B-E00A-461B-A2CC-442D97FB9A23}"/>
              </a:ext>
            </a:extLst>
          </p:cNvPr>
          <p:cNvSpPr txBox="1"/>
          <p:nvPr/>
        </p:nvSpPr>
        <p:spPr>
          <a:xfrm>
            <a:off x="1006976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Editieren beendet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652F392-1698-4333-8006-92596589A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76" y="1510747"/>
            <a:ext cx="3349049" cy="4323522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CA8EA9B-29AA-4D55-9290-33F36E9BDE3E}"/>
              </a:ext>
            </a:extLst>
          </p:cNvPr>
          <p:cNvSpPr/>
          <p:nvPr/>
        </p:nvSpPr>
        <p:spPr>
          <a:xfrm>
            <a:off x="1123949" y="3961672"/>
            <a:ext cx="3110121" cy="26246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3D82D2E-B016-4E57-882D-8D68503EF121}"/>
              </a:ext>
            </a:extLst>
          </p:cNvPr>
          <p:cNvSpPr txBox="1"/>
          <p:nvPr/>
        </p:nvSpPr>
        <p:spPr>
          <a:xfrm>
            <a:off x="5300681" y="2104508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Neue Startnummer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68628D0-170F-4105-B352-54BAFAF6BB31}"/>
              </a:ext>
            </a:extLst>
          </p:cNvPr>
          <p:cNvSpPr/>
          <p:nvPr/>
        </p:nvSpPr>
        <p:spPr>
          <a:xfrm>
            <a:off x="5502745" y="2661323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D91967-D700-457D-A54B-22FD8078AC66}"/>
              </a:ext>
            </a:extLst>
          </p:cNvPr>
          <p:cNvSpPr txBox="1"/>
          <p:nvPr/>
        </p:nvSpPr>
        <p:spPr>
          <a:xfrm>
            <a:off x="5300681" y="340131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Neue Betreuerin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8B9E96B-AE48-4E45-898D-37C99E015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0681" y="3847851"/>
            <a:ext cx="1942627" cy="223402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E9F309BC-630E-498C-9DE4-7D784A0F36F1}"/>
              </a:ext>
            </a:extLst>
          </p:cNvPr>
          <p:cNvSpPr/>
          <p:nvPr/>
        </p:nvSpPr>
        <p:spPr>
          <a:xfrm>
            <a:off x="5666135" y="4833618"/>
            <a:ext cx="1331014" cy="272455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088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2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Wettkampf</a:t>
            </a:r>
          </a:p>
          <a:p>
            <a:endParaRPr lang="de-CH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AE6816-785F-4DC7-9416-D15D7204B2BA}"/>
              </a:ext>
            </a:extLst>
          </p:cNvPr>
          <p:cNvSpPr txBox="1"/>
          <p:nvPr/>
        </p:nvSpPr>
        <p:spPr>
          <a:xfrm>
            <a:off x="1006976" y="219317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Disziplin wählen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A964139-AA15-4FFA-B892-A848F8AC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501" y="2133348"/>
            <a:ext cx="4705350" cy="52387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99ACFDE9-1358-48AF-9B30-C5DB21E7B367}"/>
              </a:ext>
            </a:extLst>
          </p:cNvPr>
          <p:cNvSpPr/>
          <p:nvPr/>
        </p:nvSpPr>
        <p:spPr>
          <a:xfrm>
            <a:off x="5208105" y="2220666"/>
            <a:ext cx="778565" cy="341842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</p:spTree>
    <p:extLst>
      <p:ext uri="{BB962C8B-B14F-4D97-AF65-F5344CB8AC3E}">
        <p14:creationId xmlns:p14="http://schemas.microsoft.com/office/powerpoint/2010/main" val="4003904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2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Wettkampf Sprung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sp>
        <p:nvSpPr>
          <p:cNvPr id="22" name="Textfeld 21">
            <a:hlinkClick r:id="rId2" action="ppaction://hlinksldjump"/>
            <a:extLst>
              <a:ext uri="{FF2B5EF4-FFF2-40B4-BE49-F238E27FC236}">
                <a16:creationId xmlns:a16="http://schemas.microsoft.com/office/drawing/2014/main" id="{699550F3-0DF5-4E96-BC58-B3CA534302E1}"/>
              </a:ext>
            </a:extLst>
          </p:cNvPr>
          <p:cNvSpPr txBox="1"/>
          <p:nvPr/>
        </p:nvSpPr>
        <p:spPr>
          <a:xfrm>
            <a:off x="7674002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Ende Wettkampf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969911B-E00A-461B-A2CC-442D97FB9A23}"/>
              </a:ext>
            </a:extLst>
          </p:cNvPr>
          <p:cNvSpPr txBox="1"/>
          <p:nvPr/>
        </p:nvSpPr>
        <p:spPr>
          <a:xfrm>
            <a:off x="7680881" y="5393099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Nächste Turnerin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652F392-1698-4333-8006-92596589A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76" y="1438909"/>
            <a:ext cx="3349049" cy="432352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435611F-D86E-4F8F-AA3F-60C3F6D89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775" y="1596866"/>
            <a:ext cx="5353050" cy="504825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9BD2E1B7-D98F-460C-986A-0E526572C82E}"/>
              </a:ext>
            </a:extLst>
          </p:cNvPr>
          <p:cNvSpPr/>
          <p:nvPr/>
        </p:nvSpPr>
        <p:spPr>
          <a:xfrm>
            <a:off x="1103496" y="3087028"/>
            <a:ext cx="3080878" cy="252520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BE9DDC5-EBFA-4A28-BC17-E9A43DEBFC79}"/>
              </a:ext>
            </a:extLst>
          </p:cNvPr>
          <p:cNvSpPr txBox="1"/>
          <p:nvPr/>
        </p:nvSpPr>
        <p:spPr>
          <a:xfrm>
            <a:off x="5262775" y="2638404"/>
            <a:ext cx="108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WR1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72500B3-0D64-4895-89F8-97F6F00DB77D}"/>
              </a:ext>
            </a:extLst>
          </p:cNvPr>
          <p:cNvSpPr/>
          <p:nvPr/>
        </p:nvSpPr>
        <p:spPr>
          <a:xfrm>
            <a:off x="6096000" y="2638404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E398ECC-726E-4F62-BA20-25619CE38BF5}"/>
              </a:ext>
            </a:extLst>
          </p:cNvPr>
          <p:cNvSpPr txBox="1"/>
          <p:nvPr/>
        </p:nvSpPr>
        <p:spPr>
          <a:xfrm>
            <a:off x="5262775" y="3087353"/>
            <a:ext cx="108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WR2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4576AFB-2FE5-48A6-8DDE-51D0829AB00B}"/>
              </a:ext>
            </a:extLst>
          </p:cNvPr>
          <p:cNvSpPr/>
          <p:nvPr/>
        </p:nvSpPr>
        <p:spPr>
          <a:xfrm>
            <a:off x="6096000" y="3087353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D7CCE36-7918-43B1-8FA2-BE70E49E1D18}"/>
              </a:ext>
            </a:extLst>
          </p:cNvPr>
          <p:cNvSpPr txBox="1"/>
          <p:nvPr/>
        </p:nvSpPr>
        <p:spPr>
          <a:xfrm>
            <a:off x="5262775" y="3547825"/>
            <a:ext cx="108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WR3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88AB9F5-F717-439B-8F2C-06F23E0FD15D}"/>
              </a:ext>
            </a:extLst>
          </p:cNvPr>
          <p:cNvSpPr/>
          <p:nvPr/>
        </p:nvSpPr>
        <p:spPr>
          <a:xfrm>
            <a:off x="6096000" y="3547825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930F71-70F1-4469-A9D4-8A2C4D94B6B7}"/>
              </a:ext>
            </a:extLst>
          </p:cNvPr>
          <p:cNvSpPr txBox="1"/>
          <p:nvPr/>
        </p:nvSpPr>
        <p:spPr>
          <a:xfrm>
            <a:off x="5262775" y="4008297"/>
            <a:ext cx="108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WR4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AF8CEB5-D9E6-47BB-B4F9-B0C7E3C77F90}"/>
              </a:ext>
            </a:extLst>
          </p:cNvPr>
          <p:cNvSpPr/>
          <p:nvPr/>
        </p:nvSpPr>
        <p:spPr>
          <a:xfrm>
            <a:off x="6096000" y="4008297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F669108-A5F6-4860-BC15-472E58CD9AF9}"/>
              </a:ext>
            </a:extLst>
          </p:cNvPr>
          <p:cNvSpPr txBox="1"/>
          <p:nvPr/>
        </p:nvSpPr>
        <p:spPr>
          <a:xfrm>
            <a:off x="4356025" y="4468769"/>
            <a:ext cx="199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Schwierigkeit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011F602-757D-4D13-8B4D-D98F4DA53DCD}"/>
              </a:ext>
            </a:extLst>
          </p:cNvPr>
          <p:cNvSpPr/>
          <p:nvPr/>
        </p:nvSpPr>
        <p:spPr>
          <a:xfrm>
            <a:off x="6096000" y="4468769"/>
            <a:ext cx="13716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3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ED8B5F-4B0C-4168-B971-754A4213A3C6}"/>
              </a:ext>
            </a:extLst>
          </p:cNvPr>
          <p:cNvSpPr txBox="1"/>
          <p:nvPr/>
        </p:nvSpPr>
        <p:spPr>
          <a:xfrm>
            <a:off x="8830922" y="2638404"/>
            <a:ext cx="119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Endwert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76D62BF-CFD3-4448-824E-DE63041CE91E}"/>
              </a:ext>
            </a:extLst>
          </p:cNvPr>
          <p:cNvSpPr/>
          <p:nvPr/>
        </p:nvSpPr>
        <p:spPr>
          <a:xfrm>
            <a:off x="8743952" y="3087353"/>
            <a:ext cx="13716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5.5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2692BAD-AE96-43BE-B994-F193F61F33C5}"/>
              </a:ext>
            </a:extLst>
          </p:cNvPr>
          <p:cNvCxnSpPr>
            <a:cxnSpLocks/>
          </p:cNvCxnSpPr>
          <p:nvPr/>
        </p:nvCxnSpPr>
        <p:spPr>
          <a:xfrm>
            <a:off x="6096000" y="2828813"/>
            <a:ext cx="1371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DCEB8F1-A04D-4CCD-B978-26D2405D5351}"/>
              </a:ext>
            </a:extLst>
          </p:cNvPr>
          <p:cNvCxnSpPr>
            <a:cxnSpLocks/>
          </p:cNvCxnSpPr>
          <p:nvPr/>
        </p:nvCxnSpPr>
        <p:spPr>
          <a:xfrm>
            <a:off x="6096000" y="3289853"/>
            <a:ext cx="1371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EC8F83A9-30D6-4DDE-A2CC-4A79468F79E8}"/>
              </a:ext>
            </a:extLst>
          </p:cNvPr>
          <p:cNvSpPr/>
          <p:nvPr/>
        </p:nvSpPr>
        <p:spPr>
          <a:xfrm>
            <a:off x="8743952" y="3095152"/>
            <a:ext cx="13716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7046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2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Rangliste</a:t>
            </a:r>
          </a:p>
          <a:p>
            <a:endParaRPr lang="de-CH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AE6816-785F-4DC7-9416-D15D7204B2BA}"/>
              </a:ext>
            </a:extLst>
          </p:cNvPr>
          <p:cNvSpPr txBox="1"/>
          <p:nvPr/>
        </p:nvSpPr>
        <p:spPr>
          <a:xfrm>
            <a:off x="1006976" y="2193176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Disziplin wählen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A964139-AA15-4FFA-B892-A848F8AC7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501" y="2133348"/>
            <a:ext cx="4705350" cy="52387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99ACFDE9-1358-48AF-9B30-C5DB21E7B367}"/>
              </a:ext>
            </a:extLst>
          </p:cNvPr>
          <p:cNvSpPr/>
          <p:nvPr/>
        </p:nvSpPr>
        <p:spPr>
          <a:xfrm>
            <a:off x="3302501" y="2220666"/>
            <a:ext cx="971325" cy="341842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</p:spTree>
    <p:extLst>
      <p:ext uri="{BB962C8B-B14F-4D97-AF65-F5344CB8AC3E}">
        <p14:creationId xmlns:p14="http://schemas.microsoft.com/office/powerpoint/2010/main" val="425781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hlinkClick r:id="rId3" action="ppaction://hlinksldjump"/>
            <a:extLst>
              <a:ext uri="{FF2B5EF4-FFF2-40B4-BE49-F238E27FC236}">
                <a16:creationId xmlns:a16="http://schemas.microsoft.com/office/drawing/2014/main" id="{7AFDE413-13B2-4BD4-9E6B-83E88B5F93B7}"/>
              </a:ext>
            </a:extLst>
          </p:cNvPr>
          <p:cNvSpPr txBox="1"/>
          <p:nvPr/>
        </p:nvSpPr>
        <p:spPr>
          <a:xfrm>
            <a:off x="1006976" y="219313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Hauptmenü</a:t>
            </a:r>
          </a:p>
        </p:txBody>
      </p:sp>
      <p:sp>
        <p:nvSpPr>
          <p:cNvPr id="3" name="Titel 17">
            <a:extLst>
              <a:ext uri="{FF2B5EF4-FFF2-40B4-BE49-F238E27FC236}">
                <a16:creationId xmlns:a16="http://schemas.microsoft.com/office/drawing/2014/main" id="{FC8B9C6A-6BCC-4069-85E6-B87D787A9508}"/>
              </a:ext>
            </a:extLst>
          </p:cNvPr>
          <p:cNvSpPr txBox="1">
            <a:spLocks/>
          </p:cNvSpPr>
          <p:nvPr/>
        </p:nvSpPr>
        <p:spPr>
          <a:xfrm>
            <a:off x="1006976" y="77612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lvl1pPr>
          </a:lstStyle>
          <a:p>
            <a:r>
              <a:rPr lang="de-CH" dirty="0"/>
              <a:t>Rangliste Basic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215DE9A-B30D-421E-942E-C892C24C7C3B}"/>
              </a:ext>
            </a:extLst>
          </p:cNvPr>
          <p:cNvSpPr txBox="1"/>
          <p:nvPr/>
        </p:nvSpPr>
        <p:spPr>
          <a:xfrm>
            <a:off x="-2411894" y="925392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2Turnerin auswählen</a:t>
            </a:r>
          </a:p>
        </p:txBody>
      </p:sp>
      <p:sp>
        <p:nvSpPr>
          <p:cNvPr id="22" name="Textfeld 21">
            <a:hlinkClick r:id="rId3" action="ppaction://hlinksldjump"/>
            <a:extLst>
              <a:ext uri="{FF2B5EF4-FFF2-40B4-BE49-F238E27FC236}">
                <a16:creationId xmlns:a16="http://schemas.microsoft.com/office/drawing/2014/main" id="{699550F3-0DF5-4E96-BC58-B3CA534302E1}"/>
              </a:ext>
            </a:extLst>
          </p:cNvPr>
          <p:cNvSpPr txBox="1"/>
          <p:nvPr/>
        </p:nvSpPr>
        <p:spPr>
          <a:xfrm>
            <a:off x="7674002" y="5999232"/>
            <a:ext cx="2895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CH" dirty="0"/>
              <a:t>Liste Drucken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0107E02-ADAF-40CC-99FD-4F93F80F3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470" y="1689169"/>
            <a:ext cx="3578622" cy="431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0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Arial Rounded MT Bold"/>
        <a:ea typeface=""/>
        <a:cs typeface=""/>
      </a:majorFont>
      <a:minorFont>
        <a:latin typeface="Arial Rounded MT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0</TotalTime>
  <Words>188</Words>
  <Application>Microsoft Office PowerPoint</Application>
  <PresentationFormat>Breitbild</PresentationFormat>
  <Paragraphs>81</Paragraphs>
  <Slides>10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Arial Rounded MT Bold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Beat Orler</dc:creator>
  <cp:lastModifiedBy>Beat Orler</cp:lastModifiedBy>
  <cp:revision>23</cp:revision>
  <dcterms:created xsi:type="dcterms:W3CDTF">2021-02-19T18:39:23Z</dcterms:created>
  <dcterms:modified xsi:type="dcterms:W3CDTF">2021-02-22T16:50:22Z</dcterms:modified>
</cp:coreProperties>
</file>